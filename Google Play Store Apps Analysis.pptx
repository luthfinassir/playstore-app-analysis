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566899-E0C4-44AE-B904-0202129A07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CF4F71-4824-476A-B569-383C4D4236B0}">
      <dgm:prSet/>
      <dgm:spPr/>
      <dgm:t>
        <a:bodyPr/>
        <a:lstStyle/>
        <a:p>
          <a:r>
            <a:rPr lang="en-US"/>
            <a:t>- Purpose: Explore trends in Google Play Store apps</a:t>
          </a:r>
        </a:p>
      </dgm:t>
    </dgm:pt>
    <dgm:pt modelId="{4E0B8F08-C83D-4826-AAF8-F5813FEB53D1}" type="parTrans" cxnId="{89D946C5-41A5-4086-A534-ACD87C9FAF93}">
      <dgm:prSet/>
      <dgm:spPr/>
      <dgm:t>
        <a:bodyPr/>
        <a:lstStyle/>
        <a:p>
          <a:endParaRPr lang="en-US"/>
        </a:p>
      </dgm:t>
    </dgm:pt>
    <dgm:pt modelId="{E5B3AAB8-7876-4DA4-A9BC-5C58846AA0FA}" type="sibTrans" cxnId="{89D946C5-41A5-4086-A534-ACD87C9FAF93}">
      <dgm:prSet/>
      <dgm:spPr/>
      <dgm:t>
        <a:bodyPr/>
        <a:lstStyle/>
        <a:p>
          <a:endParaRPr lang="en-US"/>
        </a:p>
      </dgm:t>
    </dgm:pt>
    <dgm:pt modelId="{A1409BFB-3519-4A00-A909-0DF0783C88C5}">
      <dgm:prSet/>
      <dgm:spPr/>
      <dgm:t>
        <a:bodyPr/>
        <a:lstStyle/>
        <a:p>
          <a:r>
            <a:rPr lang="en-US"/>
            <a:t>- Tools: Tableau for visualization, Tableau Prep for data cleaning</a:t>
          </a:r>
        </a:p>
      </dgm:t>
    </dgm:pt>
    <dgm:pt modelId="{518A0A02-E61A-4C60-9015-366B9BF7A7C6}" type="parTrans" cxnId="{31F9C01E-1BAC-42A8-8D84-5D8D14D69984}">
      <dgm:prSet/>
      <dgm:spPr/>
      <dgm:t>
        <a:bodyPr/>
        <a:lstStyle/>
        <a:p>
          <a:endParaRPr lang="en-US"/>
        </a:p>
      </dgm:t>
    </dgm:pt>
    <dgm:pt modelId="{777E98F4-A4B0-442D-86B3-646CA870C63E}" type="sibTrans" cxnId="{31F9C01E-1BAC-42A8-8D84-5D8D14D69984}">
      <dgm:prSet/>
      <dgm:spPr/>
      <dgm:t>
        <a:bodyPr/>
        <a:lstStyle/>
        <a:p>
          <a:endParaRPr lang="en-US"/>
        </a:p>
      </dgm:t>
    </dgm:pt>
    <dgm:pt modelId="{70B741B7-E952-4EEE-8729-F1B596BE4B8E}">
      <dgm:prSet/>
      <dgm:spPr/>
      <dgm:t>
        <a:bodyPr/>
        <a:lstStyle/>
        <a:p>
          <a:r>
            <a:rPr lang="en-US"/>
            <a:t>- Dataset: 1,000,000+ rows, 13 columns with attributes like installs, category, rating, size, and price</a:t>
          </a:r>
        </a:p>
      </dgm:t>
    </dgm:pt>
    <dgm:pt modelId="{BE3BFFE7-709A-4876-B38D-AB0E5BF198F4}" type="parTrans" cxnId="{AA1B34CF-02A3-45FB-9DCD-32EC7B2071EF}">
      <dgm:prSet/>
      <dgm:spPr/>
      <dgm:t>
        <a:bodyPr/>
        <a:lstStyle/>
        <a:p>
          <a:endParaRPr lang="en-US"/>
        </a:p>
      </dgm:t>
    </dgm:pt>
    <dgm:pt modelId="{18C467F2-3C22-4737-93B5-D9AE286227AA}" type="sibTrans" cxnId="{AA1B34CF-02A3-45FB-9DCD-32EC7B2071EF}">
      <dgm:prSet/>
      <dgm:spPr/>
      <dgm:t>
        <a:bodyPr/>
        <a:lstStyle/>
        <a:p>
          <a:endParaRPr lang="en-US"/>
        </a:p>
      </dgm:t>
    </dgm:pt>
    <dgm:pt modelId="{88B4E9D0-4D2C-4661-926A-0227C3B42598}" type="pres">
      <dgm:prSet presAssocID="{36566899-E0C4-44AE-B904-0202129A0764}" presName="root" presStyleCnt="0">
        <dgm:presLayoutVars>
          <dgm:dir/>
          <dgm:resizeHandles val="exact"/>
        </dgm:presLayoutVars>
      </dgm:prSet>
      <dgm:spPr/>
    </dgm:pt>
    <dgm:pt modelId="{B76213CD-4A16-4662-B87B-C2A049A5C9E5}" type="pres">
      <dgm:prSet presAssocID="{DBCF4F71-4824-476A-B569-383C4D4236B0}" presName="compNode" presStyleCnt="0"/>
      <dgm:spPr/>
    </dgm:pt>
    <dgm:pt modelId="{32C3BBBD-88D4-416D-9C7F-58DBB914CBF3}" type="pres">
      <dgm:prSet presAssocID="{DBCF4F71-4824-476A-B569-383C4D4236B0}" presName="bgRect" presStyleLbl="bgShp" presStyleIdx="0" presStyleCnt="3"/>
      <dgm:spPr/>
    </dgm:pt>
    <dgm:pt modelId="{578B4475-AE07-44D1-A8DC-F1FA0AD07053}" type="pres">
      <dgm:prSet presAssocID="{DBCF4F71-4824-476A-B569-383C4D4236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8DAC067C-9CEE-4642-8E42-5F05528308CF}" type="pres">
      <dgm:prSet presAssocID="{DBCF4F71-4824-476A-B569-383C4D4236B0}" presName="spaceRect" presStyleCnt="0"/>
      <dgm:spPr/>
    </dgm:pt>
    <dgm:pt modelId="{14F81106-3884-4DEE-B308-825E7A707A10}" type="pres">
      <dgm:prSet presAssocID="{DBCF4F71-4824-476A-B569-383C4D4236B0}" presName="parTx" presStyleLbl="revTx" presStyleIdx="0" presStyleCnt="3">
        <dgm:presLayoutVars>
          <dgm:chMax val="0"/>
          <dgm:chPref val="0"/>
        </dgm:presLayoutVars>
      </dgm:prSet>
      <dgm:spPr/>
    </dgm:pt>
    <dgm:pt modelId="{D8E64CCC-5A3A-4918-8A17-77D644FC0502}" type="pres">
      <dgm:prSet presAssocID="{E5B3AAB8-7876-4DA4-A9BC-5C58846AA0FA}" presName="sibTrans" presStyleCnt="0"/>
      <dgm:spPr/>
    </dgm:pt>
    <dgm:pt modelId="{C9702864-E4EF-4287-96CF-EA2AB419095B}" type="pres">
      <dgm:prSet presAssocID="{A1409BFB-3519-4A00-A909-0DF0783C88C5}" presName="compNode" presStyleCnt="0"/>
      <dgm:spPr/>
    </dgm:pt>
    <dgm:pt modelId="{ECE01759-7F56-44DA-94AA-861A8C3C3D75}" type="pres">
      <dgm:prSet presAssocID="{A1409BFB-3519-4A00-A909-0DF0783C88C5}" presName="bgRect" presStyleLbl="bgShp" presStyleIdx="1" presStyleCnt="3"/>
      <dgm:spPr/>
    </dgm:pt>
    <dgm:pt modelId="{17589133-671E-4137-A7E0-401C73577DCE}" type="pres">
      <dgm:prSet presAssocID="{A1409BFB-3519-4A00-A909-0DF0783C88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78E906AB-9280-4A6A-BF36-4B1C41964E0A}" type="pres">
      <dgm:prSet presAssocID="{A1409BFB-3519-4A00-A909-0DF0783C88C5}" presName="spaceRect" presStyleCnt="0"/>
      <dgm:spPr/>
    </dgm:pt>
    <dgm:pt modelId="{5A25BCF9-A8AF-4F25-965D-9ADEE5CD5891}" type="pres">
      <dgm:prSet presAssocID="{A1409BFB-3519-4A00-A909-0DF0783C88C5}" presName="parTx" presStyleLbl="revTx" presStyleIdx="1" presStyleCnt="3">
        <dgm:presLayoutVars>
          <dgm:chMax val="0"/>
          <dgm:chPref val="0"/>
        </dgm:presLayoutVars>
      </dgm:prSet>
      <dgm:spPr/>
    </dgm:pt>
    <dgm:pt modelId="{F5E71A85-88D5-46FB-8270-F5FC909D0FA9}" type="pres">
      <dgm:prSet presAssocID="{777E98F4-A4B0-442D-86B3-646CA870C63E}" presName="sibTrans" presStyleCnt="0"/>
      <dgm:spPr/>
    </dgm:pt>
    <dgm:pt modelId="{0EF52C02-40EF-4A79-986F-76F9D67D8FE1}" type="pres">
      <dgm:prSet presAssocID="{70B741B7-E952-4EEE-8729-F1B596BE4B8E}" presName="compNode" presStyleCnt="0"/>
      <dgm:spPr/>
    </dgm:pt>
    <dgm:pt modelId="{515DEA11-917C-4EEC-9E0C-6401D76C6F46}" type="pres">
      <dgm:prSet presAssocID="{70B741B7-E952-4EEE-8729-F1B596BE4B8E}" presName="bgRect" presStyleLbl="bgShp" presStyleIdx="2" presStyleCnt="3"/>
      <dgm:spPr/>
    </dgm:pt>
    <dgm:pt modelId="{6E32CFF5-A4A6-4805-B853-EB56F1A3B257}" type="pres">
      <dgm:prSet presAssocID="{70B741B7-E952-4EEE-8729-F1B596BE4B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FE35EFD-E31D-4C42-A521-95D8305DC015}" type="pres">
      <dgm:prSet presAssocID="{70B741B7-E952-4EEE-8729-F1B596BE4B8E}" presName="spaceRect" presStyleCnt="0"/>
      <dgm:spPr/>
    </dgm:pt>
    <dgm:pt modelId="{62DC08FE-CE05-42AE-B5DD-770971E6A02D}" type="pres">
      <dgm:prSet presAssocID="{70B741B7-E952-4EEE-8729-F1B596BE4B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1F9C01E-1BAC-42A8-8D84-5D8D14D69984}" srcId="{36566899-E0C4-44AE-B904-0202129A0764}" destId="{A1409BFB-3519-4A00-A909-0DF0783C88C5}" srcOrd="1" destOrd="0" parTransId="{518A0A02-E61A-4C60-9015-366B9BF7A7C6}" sibTransId="{777E98F4-A4B0-442D-86B3-646CA870C63E}"/>
    <dgm:cxn modelId="{4AE3092D-E30D-4E6A-986B-A8FB7843586C}" type="presOf" srcId="{36566899-E0C4-44AE-B904-0202129A0764}" destId="{88B4E9D0-4D2C-4661-926A-0227C3B42598}" srcOrd="0" destOrd="0" presId="urn:microsoft.com/office/officeart/2018/2/layout/IconVerticalSolidList"/>
    <dgm:cxn modelId="{5E3BE534-3D5D-43FA-AF4E-3074C58E0CAA}" type="presOf" srcId="{70B741B7-E952-4EEE-8729-F1B596BE4B8E}" destId="{62DC08FE-CE05-42AE-B5DD-770971E6A02D}" srcOrd="0" destOrd="0" presId="urn:microsoft.com/office/officeart/2018/2/layout/IconVerticalSolidList"/>
    <dgm:cxn modelId="{7A4D0356-A64C-4B54-B425-CEED7C1086E7}" type="presOf" srcId="{DBCF4F71-4824-476A-B569-383C4D4236B0}" destId="{14F81106-3884-4DEE-B308-825E7A707A10}" srcOrd="0" destOrd="0" presId="urn:microsoft.com/office/officeart/2018/2/layout/IconVerticalSolidList"/>
    <dgm:cxn modelId="{29A37F9E-FF6E-45D0-8528-359336D31D39}" type="presOf" srcId="{A1409BFB-3519-4A00-A909-0DF0783C88C5}" destId="{5A25BCF9-A8AF-4F25-965D-9ADEE5CD5891}" srcOrd="0" destOrd="0" presId="urn:microsoft.com/office/officeart/2018/2/layout/IconVerticalSolidList"/>
    <dgm:cxn modelId="{89D946C5-41A5-4086-A534-ACD87C9FAF93}" srcId="{36566899-E0C4-44AE-B904-0202129A0764}" destId="{DBCF4F71-4824-476A-B569-383C4D4236B0}" srcOrd="0" destOrd="0" parTransId="{4E0B8F08-C83D-4826-AAF8-F5813FEB53D1}" sibTransId="{E5B3AAB8-7876-4DA4-A9BC-5C58846AA0FA}"/>
    <dgm:cxn modelId="{AA1B34CF-02A3-45FB-9DCD-32EC7B2071EF}" srcId="{36566899-E0C4-44AE-B904-0202129A0764}" destId="{70B741B7-E952-4EEE-8729-F1B596BE4B8E}" srcOrd="2" destOrd="0" parTransId="{BE3BFFE7-709A-4876-B38D-AB0E5BF198F4}" sibTransId="{18C467F2-3C22-4737-93B5-D9AE286227AA}"/>
    <dgm:cxn modelId="{32A48220-A98A-4DE6-BF7A-D93A3F886996}" type="presParOf" srcId="{88B4E9D0-4D2C-4661-926A-0227C3B42598}" destId="{B76213CD-4A16-4662-B87B-C2A049A5C9E5}" srcOrd="0" destOrd="0" presId="urn:microsoft.com/office/officeart/2018/2/layout/IconVerticalSolidList"/>
    <dgm:cxn modelId="{6A49C0E0-44B7-4E97-B817-61CFB1B4478D}" type="presParOf" srcId="{B76213CD-4A16-4662-B87B-C2A049A5C9E5}" destId="{32C3BBBD-88D4-416D-9C7F-58DBB914CBF3}" srcOrd="0" destOrd="0" presId="urn:microsoft.com/office/officeart/2018/2/layout/IconVerticalSolidList"/>
    <dgm:cxn modelId="{F1980A68-2659-45BD-A9D2-F586F0F4D3B1}" type="presParOf" srcId="{B76213CD-4A16-4662-B87B-C2A049A5C9E5}" destId="{578B4475-AE07-44D1-A8DC-F1FA0AD07053}" srcOrd="1" destOrd="0" presId="urn:microsoft.com/office/officeart/2018/2/layout/IconVerticalSolidList"/>
    <dgm:cxn modelId="{8B9C42A8-7AA1-4926-961D-1AE5380DA646}" type="presParOf" srcId="{B76213CD-4A16-4662-B87B-C2A049A5C9E5}" destId="{8DAC067C-9CEE-4642-8E42-5F05528308CF}" srcOrd="2" destOrd="0" presId="urn:microsoft.com/office/officeart/2018/2/layout/IconVerticalSolidList"/>
    <dgm:cxn modelId="{7ADC2655-CB78-4B86-A20C-A5AD8079E695}" type="presParOf" srcId="{B76213CD-4A16-4662-B87B-C2A049A5C9E5}" destId="{14F81106-3884-4DEE-B308-825E7A707A10}" srcOrd="3" destOrd="0" presId="urn:microsoft.com/office/officeart/2018/2/layout/IconVerticalSolidList"/>
    <dgm:cxn modelId="{0926625B-6B82-4B65-A4C8-72417FDDD56F}" type="presParOf" srcId="{88B4E9D0-4D2C-4661-926A-0227C3B42598}" destId="{D8E64CCC-5A3A-4918-8A17-77D644FC0502}" srcOrd="1" destOrd="0" presId="urn:microsoft.com/office/officeart/2018/2/layout/IconVerticalSolidList"/>
    <dgm:cxn modelId="{79E538EB-190F-491D-93C6-EA40B6C459C0}" type="presParOf" srcId="{88B4E9D0-4D2C-4661-926A-0227C3B42598}" destId="{C9702864-E4EF-4287-96CF-EA2AB419095B}" srcOrd="2" destOrd="0" presId="urn:microsoft.com/office/officeart/2018/2/layout/IconVerticalSolidList"/>
    <dgm:cxn modelId="{BC9C5C76-EED8-4EB6-947D-D90F01057256}" type="presParOf" srcId="{C9702864-E4EF-4287-96CF-EA2AB419095B}" destId="{ECE01759-7F56-44DA-94AA-861A8C3C3D75}" srcOrd="0" destOrd="0" presId="urn:microsoft.com/office/officeart/2018/2/layout/IconVerticalSolidList"/>
    <dgm:cxn modelId="{C5AA231A-18A9-4CC8-A2B2-3780E7FF025F}" type="presParOf" srcId="{C9702864-E4EF-4287-96CF-EA2AB419095B}" destId="{17589133-671E-4137-A7E0-401C73577DCE}" srcOrd="1" destOrd="0" presId="urn:microsoft.com/office/officeart/2018/2/layout/IconVerticalSolidList"/>
    <dgm:cxn modelId="{2905E49C-9D5A-4CE8-880E-782CDACEEEBC}" type="presParOf" srcId="{C9702864-E4EF-4287-96CF-EA2AB419095B}" destId="{78E906AB-9280-4A6A-BF36-4B1C41964E0A}" srcOrd="2" destOrd="0" presId="urn:microsoft.com/office/officeart/2018/2/layout/IconVerticalSolidList"/>
    <dgm:cxn modelId="{3A25029D-37FE-4FC2-9C71-C4417F903303}" type="presParOf" srcId="{C9702864-E4EF-4287-96CF-EA2AB419095B}" destId="{5A25BCF9-A8AF-4F25-965D-9ADEE5CD5891}" srcOrd="3" destOrd="0" presId="urn:microsoft.com/office/officeart/2018/2/layout/IconVerticalSolidList"/>
    <dgm:cxn modelId="{1FD4DA6C-0DDB-402D-9295-667C310472B1}" type="presParOf" srcId="{88B4E9D0-4D2C-4661-926A-0227C3B42598}" destId="{F5E71A85-88D5-46FB-8270-F5FC909D0FA9}" srcOrd="3" destOrd="0" presId="urn:microsoft.com/office/officeart/2018/2/layout/IconVerticalSolidList"/>
    <dgm:cxn modelId="{36CAD9D0-6FF4-41A3-8DF0-83CC37A8F016}" type="presParOf" srcId="{88B4E9D0-4D2C-4661-926A-0227C3B42598}" destId="{0EF52C02-40EF-4A79-986F-76F9D67D8FE1}" srcOrd="4" destOrd="0" presId="urn:microsoft.com/office/officeart/2018/2/layout/IconVerticalSolidList"/>
    <dgm:cxn modelId="{DD2C4B96-9B71-49D0-919D-F75CDFC965E6}" type="presParOf" srcId="{0EF52C02-40EF-4A79-986F-76F9D67D8FE1}" destId="{515DEA11-917C-4EEC-9E0C-6401D76C6F46}" srcOrd="0" destOrd="0" presId="urn:microsoft.com/office/officeart/2018/2/layout/IconVerticalSolidList"/>
    <dgm:cxn modelId="{416D6D29-7796-4CD7-A8C9-3E7326B447C8}" type="presParOf" srcId="{0EF52C02-40EF-4A79-986F-76F9D67D8FE1}" destId="{6E32CFF5-A4A6-4805-B853-EB56F1A3B257}" srcOrd="1" destOrd="0" presId="urn:microsoft.com/office/officeart/2018/2/layout/IconVerticalSolidList"/>
    <dgm:cxn modelId="{A5ACFEDA-BA70-4A7C-884C-F3450380CBF2}" type="presParOf" srcId="{0EF52C02-40EF-4A79-986F-76F9D67D8FE1}" destId="{0FE35EFD-E31D-4C42-A521-95D8305DC015}" srcOrd="2" destOrd="0" presId="urn:microsoft.com/office/officeart/2018/2/layout/IconVerticalSolidList"/>
    <dgm:cxn modelId="{43588ED3-5737-4AA3-AEA8-B8CD04EAB7B1}" type="presParOf" srcId="{0EF52C02-40EF-4A79-986F-76F9D67D8FE1}" destId="{62DC08FE-CE05-42AE-B5DD-770971E6A0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DF240-B271-458D-BEFA-8DD28EBA52E2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8F6EACF-4321-4A74-8008-91E5693F57F4}">
      <dgm:prSet/>
      <dgm:spPr/>
      <dgm:t>
        <a:bodyPr/>
        <a:lstStyle/>
        <a:p>
          <a:r>
            <a:rPr lang="en-US"/>
            <a:t>- Top Categories by Number of Apps (Bar Chart)</a:t>
          </a:r>
        </a:p>
      </dgm:t>
    </dgm:pt>
    <dgm:pt modelId="{E09A2EB2-AD72-4700-976F-ECE3A9585103}" type="parTrans" cxnId="{BF66966F-866C-436B-B01F-FD458B29AA49}">
      <dgm:prSet/>
      <dgm:spPr/>
      <dgm:t>
        <a:bodyPr/>
        <a:lstStyle/>
        <a:p>
          <a:endParaRPr lang="en-US"/>
        </a:p>
      </dgm:t>
    </dgm:pt>
    <dgm:pt modelId="{685A24C5-206E-4E64-89E7-B8F0B1E432D7}" type="sibTrans" cxnId="{BF66966F-866C-436B-B01F-FD458B29AA49}">
      <dgm:prSet/>
      <dgm:spPr/>
      <dgm:t>
        <a:bodyPr/>
        <a:lstStyle/>
        <a:p>
          <a:endParaRPr lang="en-US"/>
        </a:p>
      </dgm:t>
    </dgm:pt>
    <dgm:pt modelId="{C802F5CC-4D4B-4804-A382-D4233B7A7B22}">
      <dgm:prSet/>
      <dgm:spPr/>
      <dgm:t>
        <a:bodyPr/>
        <a:lstStyle/>
        <a:p>
          <a:r>
            <a:rPr lang="en-US"/>
            <a:t>- Installation Across Categories (Treemap)</a:t>
          </a:r>
        </a:p>
      </dgm:t>
    </dgm:pt>
    <dgm:pt modelId="{BDBB8889-CF99-4198-B6FE-B3BB2FE9FCEE}" type="parTrans" cxnId="{8500F7B8-E8AF-44B9-8E35-300907CABE31}">
      <dgm:prSet/>
      <dgm:spPr/>
      <dgm:t>
        <a:bodyPr/>
        <a:lstStyle/>
        <a:p>
          <a:endParaRPr lang="en-US"/>
        </a:p>
      </dgm:t>
    </dgm:pt>
    <dgm:pt modelId="{E29C22E7-C101-47DB-8FFA-FEF08A8D20F0}" type="sibTrans" cxnId="{8500F7B8-E8AF-44B9-8E35-300907CABE31}">
      <dgm:prSet/>
      <dgm:spPr/>
      <dgm:t>
        <a:bodyPr/>
        <a:lstStyle/>
        <a:p>
          <a:endParaRPr lang="en-US"/>
        </a:p>
      </dgm:t>
    </dgm:pt>
    <dgm:pt modelId="{360D73B0-DD2B-491E-8197-B7D72342548E}">
      <dgm:prSet/>
      <dgm:spPr/>
      <dgm:t>
        <a:bodyPr/>
        <a:lstStyle/>
        <a:p>
          <a:r>
            <a:rPr lang="en-US"/>
            <a:t>- Distribution of Apps by Rating (Bar Chart)</a:t>
          </a:r>
        </a:p>
      </dgm:t>
    </dgm:pt>
    <dgm:pt modelId="{D90E53CD-0214-4600-A2FD-0184B5BA238B}" type="parTrans" cxnId="{9895F435-FB33-4D7C-8ACC-DFC7C3085A95}">
      <dgm:prSet/>
      <dgm:spPr/>
      <dgm:t>
        <a:bodyPr/>
        <a:lstStyle/>
        <a:p>
          <a:endParaRPr lang="en-US"/>
        </a:p>
      </dgm:t>
    </dgm:pt>
    <dgm:pt modelId="{12EB1074-3B90-49E1-A59D-F333115EFA33}" type="sibTrans" cxnId="{9895F435-FB33-4D7C-8ACC-DFC7C3085A95}">
      <dgm:prSet/>
      <dgm:spPr/>
      <dgm:t>
        <a:bodyPr/>
        <a:lstStyle/>
        <a:p>
          <a:endParaRPr lang="en-US"/>
        </a:p>
      </dgm:t>
    </dgm:pt>
    <dgm:pt modelId="{13415DAC-8A64-44DF-9CD5-DCCB4CB12892}">
      <dgm:prSet/>
      <dgm:spPr/>
      <dgm:t>
        <a:bodyPr/>
        <a:lstStyle/>
        <a:p>
          <a:r>
            <a:rPr lang="en-US"/>
            <a:t>- Maximum Price in Each Category (Bar Chart)</a:t>
          </a:r>
        </a:p>
      </dgm:t>
    </dgm:pt>
    <dgm:pt modelId="{318DC3AB-8866-4DD4-B5FE-6475CAC3A7E9}" type="parTrans" cxnId="{2300811A-5EC9-4377-B197-D5F8B210AA5A}">
      <dgm:prSet/>
      <dgm:spPr/>
      <dgm:t>
        <a:bodyPr/>
        <a:lstStyle/>
        <a:p>
          <a:endParaRPr lang="en-US"/>
        </a:p>
      </dgm:t>
    </dgm:pt>
    <dgm:pt modelId="{507D4E3C-4EC5-45C7-9FF0-4FA7ADD2AE0E}" type="sibTrans" cxnId="{2300811A-5EC9-4377-B197-D5F8B210AA5A}">
      <dgm:prSet/>
      <dgm:spPr/>
      <dgm:t>
        <a:bodyPr/>
        <a:lstStyle/>
        <a:p>
          <a:endParaRPr lang="en-US"/>
        </a:p>
      </dgm:t>
    </dgm:pt>
    <dgm:pt modelId="{9B39CD85-477B-4C85-861A-7E5AC9CFF65E}">
      <dgm:prSet/>
      <dgm:spPr/>
      <dgm:t>
        <a:bodyPr/>
        <a:lstStyle/>
        <a:p>
          <a:r>
            <a:rPr lang="en-US"/>
            <a:t>- Revenue by Category (Bubble Chart)</a:t>
          </a:r>
        </a:p>
      </dgm:t>
    </dgm:pt>
    <dgm:pt modelId="{E5FD6029-C4F0-4ECD-A841-F207FF4524D8}" type="parTrans" cxnId="{82E31307-8BBD-4A9C-91CB-6274D9E0F8BD}">
      <dgm:prSet/>
      <dgm:spPr/>
      <dgm:t>
        <a:bodyPr/>
        <a:lstStyle/>
        <a:p>
          <a:endParaRPr lang="en-US"/>
        </a:p>
      </dgm:t>
    </dgm:pt>
    <dgm:pt modelId="{FBD0B520-5B3F-4365-8DFD-BE41CB5FB7AA}" type="sibTrans" cxnId="{82E31307-8BBD-4A9C-91CB-6274D9E0F8BD}">
      <dgm:prSet/>
      <dgm:spPr/>
      <dgm:t>
        <a:bodyPr/>
        <a:lstStyle/>
        <a:p>
          <a:endParaRPr lang="en-US"/>
        </a:p>
      </dgm:t>
    </dgm:pt>
    <dgm:pt modelId="{CCFAF3A6-25D5-4B2C-A0D7-89981A09EC34}" type="pres">
      <dgm:prSet presAssocID="{16EDF240-B271-458D-BEFA-8DD28EBA52E2}" presName="vert0" presStyleCnt="0">
        <dgm:presLayoutVars>
          <dgm:dir/>
          <dgm:animOne val="branch"/>
          <dgm:animLvl val="lvl"/>
        </dgm:presLayoutVars>
      </dgm:prSet>
      <dgm:spPr/>
    </dgm:pt>
    <dgm:pt modelId="{7A2A8E3E-4020-4AEC-9350-3E65B562CCDE}" type="pres">
      <dgm:prSet presAssocID="{B8F6EACF-4321-4A74-8008-91E5693F57F4}" presName="thickLine" presStyleLbl="alignNode1" presStyleIdx="0" presStyleCnt="5"/>
      <dgm:spPr/>
    </dgm:pt>
    <dgm:pt modelId="{4632F81F-2E53-4778-A93E-371467823D81}" type="pres">
      <dgm:prSet presAssocID="{B8F6EACF-4321-4A74-8008-91E5693F57F4}" presName="horz1" presStyleCnt="0"/>
      <dgm:spPr/>
    </dgm:pt>
    <dgm:pt modelId="{F2C89C72-3985-4067-BF4F-F0BB68CF2F00}" type="pres">
      <dgm:prSet presAssocID="{B8F6EACF-4321-4A74-8008-91E5693F57F4}" presName="tx1" presStyleLbl="revTx" presStyleIdx="0" presStyleCnt="5"/>
      <dgm:spPr/>
    </dgm:pt>
    <dgm:pt modelId="{4202D498-F901-4B43-B821-34B63E732CB8}" type="pres">
      <dgm:prSet presAssocID="{B8F6EACF-4321-4A74-8008-91E5693F57F4}" presName="vert1" presStyleCnt="0"/>
      <dgm:spPr/>
    </dgm:pt>
    <dgm:pt modelId="{E529888B-B4AB-4DDE-A70F-073C40767B6A}" type="pres">
      <dgm:prSet presAssocID="{C802F5CC-4D4B-4804-A382-D4233B7A7B22}" presName="thickLine" presStyleLbl="alignNode1" presStyleIdx="1" presStyleCnt="5"/>
      <dgm:spPr/>
    </dgm:pt>
    <dgm:pt modelId="{FA54F121-2119-4549-B803-B51B8E89C836}" type="pres">
      <dgm:prSet presAssocID="{C802F5CC-4D4B-4804-A382-D4233B7A7B22}" presName="horz1" presStyleCnt="0"/>
      <dgm:spPr/>
    </dgm:pt>
    <dgm:pt modelId="{B7ADA6B7-36A2-4D1D-A06E-B4D1C47ABB2E}" type="pres">
      <dgm:prSet presAssocID="{C802F5CC-4D4B-4804-A382-D4233B7A7B22}" presName="tx1" presStyleLbl="revTx" presStyleIdx="1" presStyleCnt="5"/>
      <dgm:spPr/>
    </dgm:pt>
    <dgm:pt modelId="{BC0D5B84-D936-4ACC-A0E7-100E1E2709D4}" type="pres">
      <dgm:prSet presAssocID="{C802F5CC-4D4B-4804-A382-D4233B7A7B22}" presName="vert1" presStyleCnt="0"/>
      <dgm:spPr/>
    </dgm:pt>
    <dgm:pt modelId="{F243CF3F-25EB-4BB4-9F03-4C877A3F3286}" type="pres">
      <dgm:prSet presAssocID="{360D73B0-DD2B-491E-8197-B7D72342548E}" presName="thickLine" presStyleLbl="alignNode1" presStyleIdx="2" presStyleCnt="5"/>
      <dgm:spPr/>
    </dgm:pt>
    <dgm:pt modelId="{7A8BE73D-6E54-4B9C-9E04-E8BF8B78E0EC}" type="pres">
      <dgm:prSet presAssocID="{360D73B0-DD2B-491E-8197-B7D72342548E}" presName="horz1" presStyleCnt="0"/>
      <dgm:spPr/>
    </dgm:pt>
    <dgm:pt modelId="{1DE7468F-C980-4D58-B729-C71F6D0BECAD}" type="pres">
      <dgm:prSet presAssocID="{360D73B0-DD2B-491E-8197-B7D72342548E}" presName="tx1" presStyleLbl="revTx" presStyleIdx="2" presStyleCnt="5"/>
      <dgm:spPr/>
    </dgm:pt>
    <dgm:pt modelId="{5C716D70-23C6-440B-8C55-3F78D3E86ACC}" type="pres">
      <dgm:prSet presAssocID="{360D73B0-DD2B-491E-8197-B7D72342548E}" presName="vert1" presStyleCnt="0"/>
      <dgm:spPr/>
    </dgm:pt>
    <dgm:pt modelId="{3321658A-529B-4E75-A351-3966DC66889F}" type="pres">
      <dgm:prSet presAssocID="{13415DAC-8A64-44DF-9CD5-DCCB4CB12892}" presName="thickLine" presStyleLbl="alignNode1" presStyleIdx="3" presStyleCnt="5"/>
      <dgm:spPr/>
    </dgm:pt>
    <dgm:pt modelId="{306F9CA9-60ED-4E99-9DC8-598572BEBC60}" type="pres">
      <dgm:prSet presAssocID="{13415DAC-8A64-44DF-9CD5-DCCB4CB12892}" presName="horz1" presStyleCnt="0"/>
      <dgm:spPr/>
    </dgm:pt>
    <dgm:pt modelId="{F92D9638-11A0-4D2A-A72D-BC8FBDAF9B85}" type="pres">
      <dgm:prSet presAssocID="{13415DAC-8A64-44DF-9CD5-DCCB4CB12892}" presName="tx1" presStyleLbl="revTx" presStyleIdx="3" presStyleCnt="5"/>
      <dgm:spPr/>
    </dgm:pt>
    <dgm:pt modelId="{BBBD4FEB-D95D-4452-9348-3F7D423FE816}" type="pres">
      <dgm:prSet presAssocID="{13415DAC-8A64-44DF-9CD5-DCCB4CB12892}" presName="vert1" presStyleCnt="0"/>
      <dgm:spPr/>
    </dgm:pt>
    <dgm:pt modelId="{36EA6612-39C8-4735-B648-BC5526EAD25D}" type="pres">
      <dgm:prSet presAssocID="{9B39CD85-477B-4C85-861A-7E5AC9CFF65E}" presName="thickLine" presStyleLbl="alignNode1" presStyleIdx="4" presStyleCnt="5"/>
      <dgm:spPr/>
    </dgm:pt>
    <dgm:pt modelId="{51F7DB80-D11D-4101-966E-E088396FDB9A}" type="pres">
      <dgm:prSet presAssocID="{9B39CD85-477B-4C85-861A-7E5AC9CFF65E}" presName="horz1" presStyleCnt="0"/>
      <dgm:spPr/>
    </dgm:pt>
    <dgm:pt modelId="{E60D9651-2903-4CC3-9434-68ADAB9CAF74}" type="pres">
      <dgm:prSet presAssocID="{9B39CD85-477B-4C85-861A-7E5AC9CFF65E}" presName="tx1" presStyleLbl="revTx" presStyleIdx="4" presStyleCnt="5"/>
      <dgm:spPr/>
    </dgm:pt>
    <dgm:pt modelId="{B005FB55-F49C-450F-90B9-1DD26FA03040}" type="pres">
      <dgm:prSet presAssocID="{9B39CD85-477B-4C85-861A-7E5AC9CFF65E}" presName="vert1" presStyleCnt="0"/>
      <dgm:spPr/>
    </dgm:pt>
  </dgm:ptLst>
  <dgm:cxnLst>
    <dgm:cxn modelId="{82E31307-8BBD-4A9C-91CB-6274D9E0F8BD}" srcId="{16EDF240-B271-458D-BEFA-8DD28EBA52E2}" destId="{9B39CD85-477B-4C85-861A-7E5AC9CFF65E}" srcOrd="4" destOrd="0" parTransId="{E5FD6029-C4F0-4ECD-A841-F207FF4524D8}" sibTransId="{FBD0B520-5B3F-4365-8DFD-BE41CB5FB7AA}"/>
    <dgm:cxn modelId="{2300811A-5EC9-4377-B197-D5F8B210AA5A}" srcId="{16EDF240-B271-458D-BEFA-8DD28EBA52E2}" destId="{13415DAC-8A64-44DF-9CD5-DCCB4CB12892}" srcOrd="3" destOrd="0" parTransId="{318DC3AB-8866-4DD4-B5FE-6475CAC3A7E9}" sibTransId="{507D4E3C-4EC5-45C7-9FF0-4FA7ADD2AE0E}"/>
    <dgm:cxn modelId="{10F3762E-BB14-48B2-B8A1-C89DA082B4D1}" type="presOf" srcId="{9B39CD85-477B-4C85-861A-7E5AC9CFF65E}" destId="{E60D9651-2903-4CC3-9434-68ADAB9CAF74}" srcOrd="0" destOrd="0" presId="urn:microsoft.com/office/officeart/2008/layout/LinedList"/>
    <dgm:cxn modelId="{9895F435-FB33-4D7C-8ACC-DFC7C3085A95}" srcId="{16EDF240-B271-458D-BEFA-8DD28EBA52E2}" destId="{360D73B0-DD2B-491E-8197-B7D72342548E}" srcOrd="2" destOrd="0" parTransId="{D90E53CD-0214-4600-A2FD-0184B5BA238B}" sibTransId="{12EB1074-3B90-49E1-A59D-F333115EFA33}"/>
    <dgm:cxn modelId="{E5EA9E48-A943-4829-BAB5-EDF85F3E5282}" type="presOf" srcId="{C802F5CC-4D4B-4804-A382-D4233B7A7B22}" destId="{B7ADA6B7-36A2-4D1D-A06E-B4D1C47ABB2E}" srcOrd="0" destOrd="0" presId="urn:microsoft.com/office/officeart/2008/layout/LinedList"/>
    <dgm:cxn modelId="{4285F46E-F2C3-4DF8-97A0-6E3E98E593E0}" type="presOf" srcId="{13415DAC-8A64-44DF-9CD5-DCCB4CB12892}" destId="{F92D9638-11A0-4D2A-A72D-BC8FBDAF9B85}" srcOrd="0" destOrd="0" presId="urn:microsoft.com/office/officeart/2008/layout/LinedList"/>
    <dgm:cxn modelId="{BF66966F-866C-436B-B01F-FD458B29AA49}" srcId="{16EDF240-B271-458D-BEFA-8DD28EBA52E2}" destId="{B8F6EACF-4321-4A74-8008-91E5693F57F4}" srcOrd="0" destOrd="0" parTransId="{E09A2EB2-AD72-4700-976F-ECE3A9585103}" sibTransId="{685A24C5-206E-4E64-89E7-B8F0B1E432D7}"/>
    <dgm:cxn modelId="{8500F7B8-E8AF-44B9-8E35-300907CABE31}" srcId="{16EDF240-B271-458D-BEFA-8DD28EBA52E2}" destId="{C802F5CC-4D4B-4804-A382-D4233B7A7B22}" srcOrd="1" destOrd="0" parTransId="{BDBB8889-CF99-4198-B6FE-B3BB2FE9FCEE}" sibTransId="{E29C22E7-C101-47DB-8FFA-FEF08A8D20F0}"/>
    <dgm:cxn modelId="{CAAB34D0-7592-4F95-A3E7-BF78DFB1788D}" type="presOf" srcId="{360D73B0-DD2B-491E-8197-B7D72342548E}" destId="{1DE7468F-C980-4D58-B729-C71F6D0BECAD}" srcOrd="0" destOrd="0" presId="urn:microsoft.com/office/officeart/2008/layout/LinedList"/>
    <dgm:cxn modelId="{562FD2E5-9AED-44E1-B1CB-7BC915684142}" type="presOf" srcId="{16EDF240-B271-458D-BEFA-8DD28EBA52E2}" destId="{CCFAF3A6-25D5-4B2C-A0D7-89981A09EC34}" srcOrd="0" destOrd="0" presId="urn:microsoft.com/office/officeart/2008/layout/LinedList"/>
    <dgm:cxn modelId="{7E9DFAE9-6A74-4A61-8202-D569B2B92F2C}" type="presOf" srcId="{B8F6EACF-4321-4A74-8008-91E5693F57F4}" destId="{F2C89C72-3985-4067-BF4F-F0BB68CF2F00}" srcOrd="0" destOrd="0" presId="urn:microsoft.com/office/officeart/2008/layout/LinedList"/>
    <dgm:cxn modelId="{A24976C3-17D1-4D4B-9800-4F7E61467450}" type="presParOf" srcId="{CCFAF3A6-25D5-4B2C-A0D7-89981A09EC34}" destId="{7A2A8E3E-4020-4AEC-9350-3E65B562CCDE}" srcOrd="0" destOrd="0" presId="urn:microsoft.com/office/officeart/2008/layout/LinedList"/>
    <dgm:cxn modelId="{973675E4-FEDC-45CE-AE1F-8418993B9803}" type="presParOf" srcId="{CCFAF3A6-25D5-4B2C-A0D7-89981A09EC34}" destId="{4632F81F-2E53-4778-A93E-371467823D81}" srcOrd="1" destOrd="0" presId="urn:microsoft.com/office/officeart/2008/layout/LinedList"/>
    <dgm:cxn modelId="{0F6C7556-E2BE-4ED6-9D1A-869AE6C4B41C}" type="presParOf" srcId="{4632F81F-2E53-4778-A93E-371467823D81}" destId="{F2C89C72-3985-4067-BF4F-F0BB68CF2F00}" srcOrd="0" destOrd="0" presId="urn:microsoft.com/office/officeart/2008/layout/LinedList"/>
    <dgm:cxn modelId="{571CD742-34A6-4985-95B9-0F82BB5B089F}" type="presParOf" srcId="{4632F81F-2E53-4778-A93E-371467823D81}" destId="{4202D498-F901-4B43-B821-34B63E732CB8}" srcOrd="1" destOrd="0" presId="urn:microsoft.com/office/officeart/2008/layout/LinedList"/>
    <dgm:cxn modelId="{053A5E1A-66DC-4D94-AC3B-1BBAE17D6120}" type="presParOf" srcId="{CCFAF3A6-25D5-4B2C-A0D7-89981A09EC34}" destId="{E529888B-B4AB-4DDE-A70F-073C40767B6A}" srcOrd="2" destOrd="0" presId="urn:microsoft.com/office/officeart/2008/layout/LinedList"/>
    <dgm:cxn modelId="{F6CD1532-2A19-49E5-ACA0-EE777ABB445E}" type="presParOf" srcId="{CCFAF3A6-25D5-4B2C-A0D7-89981A09EC34}" destId="{FA54F121-2119-4549-B803-B51B8E89C836}" srcOrd="3" destOrd="0" presId="urn:microsoft.com/office/officeart/2008/layout/LinedList"/>
    <dgm:cxn modelId="{C3D7BE02-F606-4540-A327-2CFDBC0064A9}" type="presParOf" srcId="{FA54F121-2119-4549-B803-B51B8E89C836}" destId="{B7ADA6B7-36A2-4D1D-A06E-B4D1C47ABB2E}" srcOrd="0" destOrd="0" presId="urn:microsoft.com/office/officeart/2008/layout/LinedList"/>
    <dgm:cxn modelId="{082A210D-71F6-42DD-9920-23319F7829CE}" type="presParOf" srcId="{FA54F121-2119-4549-B803-B51B8E89C836}" destId="{BC0D5B84-D936-4ACC-A0E7-100E1E2709D4}" srcOrd="1" destOrd="0" presId="urn:microsoft.com/office/officeart/2008/layout/LinedList"/>
    <dgm:cxn modelId="{F6D9944D-055C-467C-9E18-681D2DF7991C}" type="presParOf" srcId="{CCFAF3A6-25D5-4B2C-A0D7-89981A09EC34}" destId="{F243CF3F-25EB-4BB4-9F03-4C877A3F3286}" srcOrd="4" destOrd="0" presId="urn:microsoft.com/office/officeart/2008/layout/LinedList"/>
    <dgm:cxn modelId="{6855D378-63AA-44D9-86A2-335BD156AEFC}" type="presParOf" srcId="{CCFAF3A6-25D5-4B2C-A0D7-89981A09EC34}" destId="{7A8BE73D-6E54-4B9C-9E04-E8BF8B78E0EC}" srcOrd="5" destOrd="0" presId="urn:microsoft.com/office/officeart/2008/layout/LinedList"/>
    <dgm:cxn modelId="{CC7A1BCA-2664-486F-86A6-F02E51B544B3}" type="presParOf" srcId="{7A8BE73D-6E54-4B9C-9E04-E8BF8B78E0EC}" destId="{1DE7468F-C980-4D58-B729-C71F6D0BECAD}" srcOrd="0" destOrd="0" presId="urn:microsoft.com/office/officeart/2008/layout/LinedList"/>
    <dgm:cxn modelId="{77CED9DD-24B7-442E-94B6-C7B71216D7A2}" type="presParOf" srcId="{7A8BE73D-6E54-4B9C-9E04-E8BF8B78E0EC}" destId="{5C716D70-23C6-440B-8C55-3F78D3E86ACC}" srcOrd="1" destOrd="0" presId="urn:microsoft.com/office/officeart/2008/layout/LinedList"/>
    <dgm:cxn modelId="{F791C0E9-0CC2-4B32-A32C-7BE6C50D27D6}" type="presParOf" srcId="{CCFAF3A6-25D5-4B2C-A0D7-89981A09EC34}" destId="{3321658A-529B-4E75-A351-3966DC66889F}" srcOrd="6" destOrd="0" presId="urn:microsoft.com/office/officeart/2008/layout/LinedList"/>
    <dgm:cxn modelId="{330FAAB3-ED27-490B-82AC-E9F6B088A607}" type="presParOf" srcId="{CCFAF3A6-25D5-4B2C-A0D7-89981A09EC34}" destId="{306F9CA9-60ED-4E99-9DC8-598572BEBC60}" srcOrd="7" destOrd="0" presId="urn:microsoft.com/office/officeart/2008/layout/LinedList"/>
    <dgm:cxn modelId="{C1BEAF43-B013-46B5-BDF7-06699C7A7D3D}" type="presParOf" srcId="{306F9CA9-60ED-4E99-9DC8-598572BEBC60}" destId="{F92D9638-11A0-4D2A-A72D-BC8FBDAF9B85}" srcOrd="0" destOrd="0" presId="urn:microsoft.com/office/officeart/2008/layout/LinedList"/>
    <dgm:cxn modelId="{C255C45B-6E5C-4601-A9E8-B1B74AEB02C2}" type="presParOf" srcId="{306F9CA9-60ED-4E99-9DC8-598572BEBC60}" destId="{BBBD4FEB-D95D-4452-9348-3F7D423FE816}" srcOrd="1" destOrd="0" presId="urn:microsoft.com/office/officeart/2008/layout/LinedList"/>
    <dgm:cxn modelId="{2E6B6889-80A8-4448-A9E3-3E9443F963D1}" type="presParOf" srcId="{CCFAF3A6-25D5-4B2C-A0D7-89981A09EC34}" destId="{36EA6612-39C8-4735-B648-BC5526EAD25D}" srcOrd="8" destOrd="0" presId="urn:microsoft.com/office/officeart/2008/layout/LinedList"/>
    <dgm:cxn modelId="{A3C98042-3B49-40BD-8159-18C04970DA53}" type="presParOf" srcId="{CCFAF3A6-25D5-4B2C-A0D7-89981A09EC34}" destId="{51F7DB80-D11D-4101-966E-E088396FDB9A}" srcOrd="9" destOrd="0" presId="urn:microsoft.com/office/officeart/2008/layout/LinedList"/>
    <dgm:cxn modelId="{818ABDDE-CD35-4E3A-B17F-1FBC4ECBD100}" type="presParOf" srcId="{51F7DB80-D11D-4101-966E-E088396FDB9A}" destId="{E60D9651-2903-4CC3-9434-68ADAB9CAF74}" srcOrd="0" destOrd="0" presId="urn:microsoft.com/office/officeart/2008/layout/LinedList"/>
    <dgm:cxn modelId="{A598186C-9553-4454-94A1-44D07B7FF312}" type="presParOf" srcId="{51F7DB80-D11D-4101-966E-E088396FDB9A}" destId="{B005FB55-F49C-450F-90B9-1DD26FA0304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57D205-7AEB-49CE-AB6B-D85758914AF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5BDD54-F950-4728-83FE-2CA338DEBEB5}">
      <dgm:prSet/>
      <dgm:spPr/>
      <dgm:t>
        <a:bodyPr/>
        <a:lstStyle/>
        <a:p>
          <a:r>
            <a:rPr lang="en-US"/>
            <a:t>- Diverse categories cater to a wide range of users.</a:t>
          </a:r>
        </a:p>
      </dgm:t>
    </dgm:pt>
    <dgm:pt modelId="{CF93795E-39B7-42AC-A8CC-5E2C19704A70}" type="parTrans" cxnId="{3FDC59B6-718D-4128-847F-75CCCD178D24}">
      <dgm:prSet/>
      <dgm:spPr/>
      <dgm:t>
        <a:bodyPr/>
        <a:lstStyle/>
        <a:p>
          <a:endParaRPr lang="en-US"/>
        </a:p>
      </dgm:t>
    </dgm:pt>
    <dgm:pt modelId="{378AA72B-BE94-4D51-B4BB-D92BD342DB59}" type="sibTrans" cxnId="{3FDC59B6-718D-4128-847F-75CCCD178D24}">
      <dgm:prSet/>
      <dgm:spPr/>
      <dgm:t>
        <a:bodyPr/>
        <a:lstStyle/>
        <a:p>
          <a:endParaRPr lang="en-US"/>
        </a:p>
      </dgm:t>
    </dgm:pt>
    <dgm:pt modelId="{76C88600-FB37-4E9A-9DE9-D73039C98887}">
      <dgm:prSet/>
      <dgm:spPr/>
      <dgm:t>
        <a:bodyPr/>
        <a:lstStyle/>
        <a:p>
          <a:r>
            <a:rPr lang="en-US"/>
            <a:t>- Popularity and revenue generation vary by category.</a:t>
          </a:r>
        </a:p>
      </dgm:t>
    </dgm:pt>
    <dgm:pt modelId="{E8E68B04-EFC5-4E19-B1D5-415FAA1DFE73}" type="parTrans" cxnId="{B614231A-A208-4F1E-9644-BDBFBB2D9E2E}">
      <dgm:prSet/>
      <dgm:spPr/>
      <dgm:t>
        <a:bodyPr/>
        <a:lstStyle/>
        <a:p>
          <a:endParaRPr lang="en-US"/>
        </a:p>
      </dgm:t>
    </dgm:pt>
    <dgm:pt modelId="{792401AD-012E-4681-9637-3255BD185F46}" type="sibTrans" cxnId="{B614231A-A208-4F1E-9644-BDBFBB2D9E2E}">
      <dgm:prSet/>
      <dgm:spPr/>
      <dgm:t>
        <a:bodyPr/>
        <a:lstStyle/>
        <a:p>
          <a:endParaRPr lang="en-US"/>
        </a:p>
      </dgm:t>
    </dgm:pt>
    <dgm:pt modelId="{7D9C6A27-F161-4DF9-8A81-F454260795C2}">
      <dgm:prSet/>
      <dgm:spPr/>
      <dgm:t>
        <a:bodyPr/>
        <a:lstStyle/>
        <a:p>
          <a:r>
            <a:rPr lang="en-US"/>
            <a:t>- Dashboard provides actionable insights for developers and marketers.</a:t>
          </a:r>
        </a:p>
      </dgm:t>
    </dgm:pt>
    <dgm:pt modelId="{53B5B1E6-3C5F-42B5-AD32-EDD68773871F}" type="parTrans" cxnId="{E35057A4-56FC-49DE-B854-48F161B7C779}">
      <dgm:prSet/>
      <dgm:spPr/>
      <dgm:t>
        <a:bodyPr/>
        <a:lstStyle/>
        <a:p>
          <a:endParaRPr lang="en-US"/>
        </a:p>
      </dgm:t>
    </dgm:pt>
    <dgm:pt modelId="{748DDB80-8A74-4C03-961B-B06F461FDA27}" type="sibTrans" cxnId="{E35057A4-56FC-49DE-B854-48F161B7C779}">
      <dgm:prSet/>
      <dgm:spPr/>
      <dgm:t>
        <a:bodyPr/>
        <a:lstStyle/>
        <a:p>
          <a:endParaRPr lang="en-US"/>
        </a:p>
      </dgm:t>
    </dgm:pt>
    <dgm:pt modelId="{6279FDFF-A6A4-4BD7-9F54-1DD133CC775B}" type="pres">
      <dgm:prSet presAssocID="{0057D205-7AEB-49CE-AB6B-D85758914AFB}" presName="linear" presStyleCnt="0">
        <dgm:presLayoutVars>
          <dgm:animLvl val="lvl"/>
          <dgm:resizeHandles val="exact"/>
        </dgm:presLayoutVars>
      </dgm:prSet>
      <dgm:spPr/>
    </dgm:pt>
    <dgm:pt modelId="{AEA73216-7471-4804-9FE4-FFFA9BE45442}" type="pres">
      <dgm:prSet presAssocID="{AB5BDD54-F950-4728-83FE-2CA338DEBEB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554244E-349D-4916-8A32-2E8B99B4B392}" type="pres">
      <dgm:prSet presAssocID="{378AA72B-BE94-4D51-B4BB-D92BD342DB59}" presName="spacer" presStyleCnt="0"/>
      <dgm:spPr/>
    </dgm:pt>
    <dgm:pt modelId="{FFAEED8F-A643-4F3C-BA22-6393D27B176C}" type="pres">
      <dgm:prSet presAssocID="{76C88600-FB37-4E9A-9DE9-D73039C988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0FAC2C8-E0A1-4CB3-868C-8996B2445FBC}" type="pres">
      <dgm:prSet presAssocID="{792401AD-012E-4681-9637-3255BD185F46}" presName="spacer" presStyleCnt="0"/>
      <dgm:spPr/>
    </dgm:pt>
    <dgm:pt modelId="{2C3460DE-F256-411B-85BA-B981B3B32D68}" type="pres">
      <dgm:prSet presAssocID="{7D9C6A27-F161-4DF9-8A81-F454260795C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614231A-A208-4F1E-9644-BDBFBB2D9E2E}" srcId="{0057D205-7AEB-49CE-AB6B-D85758914AFB}" destId="{76C88600-FB37-4E9A-9DE9-D73039C98887}" srcOrd="1" destOrd="0" parTransId="{E8E68B04-EFC5-4E19-B1D5-415FAA1DFE73}" sibTransId="{792401AD-012E-4681-9637-3255BD185F46}"/>
    <dgm:cxn modelId="{4AD44342-2541-4614-99AB-3E460C69E380}" type="presOf" srcId="{7D9C6A27-F161-4DF9-8A81-F454260795C2}" destId="{2C3460DE-F256-411B-85BA-B981B3B32D68}" srcOrd="0" destOrd="0" presId="urn:microsoft.com/office/officeart/2005/8/layout/vList2"/>
    <dgm:cxn modelId="{21C15394-BF02-4034-8E76-B80FCB76831B}" type="presOf" srcId="{0057D205-7AEB-49CE-AB6B-D85758914AFB}" destId="{6279FDFF-A6A4-4BD7-9F54-1DD133CC775B}" srcOrd="0" destOrd="0" presId="urn:microsoft.com/office/officeart/2005/8/layout/vList2"/>
    <dgm:cxn modelId="{E35057A4-56FC-49DE-B854-48F161B7C779}" srcId="{0057D205-7AEB-49CE-AB6B-D85758914AFB}" destId="{7D9C6A27-F161-4DF9-8A81-F454260795C2}" srcOrd="2" destOrd="0" parTransId="{53B5B1E6-3C5F-42B5-AD32-EDD68773871F}" sibTransId="{748DDB80-8A74-4C03-961B-B06F461FDA27}"/>
    <dgm:cxn modelId="{3FDC59B6-718D-4128-847F-75CCCD178D24}" srcId="{0057D205-7AEB-49CE-AB6B-D85758914AFB}" destId="{AB5BDD54-F950-4728-83FE-2CA338DEBEB5}" srcOrd="0" destOrd="0" parTransId="{CF93795E-39B7-42AC-A8CC-5E2C19704A70}" sibTransId="{378AA72B-BE94-4D51-B4BB-D92BD342DB59}"/>
    <dgm:cxn modelId="{569037C0-23FF-49CE-B2A5-51D37BD7CE43}" type="presOf" srcId="{AB5BDD54-F950-4728-83FE-2CA338DEBEB5}" destId="{AEA73216-7471-4804-9FE4-FFFA9BE45442}" srcOrd="0" destOrd="0" presId="urn:microsoft.com/office/officeart/2005/8/layout/vList2"/>
    <dgm:cxn modelId="{72E638CD-C16A-4DDB-B4D9-372B7D2CCB16}" type="presOf" srcId="{76C88600-FB37-4E9A-9DE9-D73039C98887}" destId="{FFAEED8F-A643-4F3C-BA22-6393D27B176C}" srcOrd="0" destOrd="0" presId="urn:microsoft.com/office/officeart/2005/8/layout/vList2"/>
    <dgm:cxn modelId="{9E4D34F0-11E4-48B4-9AA6-B0D3452C041E}" type="presParOf" srcId="{6279FDFF-A6A4-4BD7-9F54-1DD133CC775B}" destId="{AEA73216-7471-4804-9FE4-FFFA9BE45442}" srcOrd="0" destOrd="0" presId="urn:microsoft.com/office/officeart/2005/8/layout/vList2"/>
    <dgm:cxn modelId="{5110E9B2-C4BD-4961-AA53-D1DA6C4BC5A9}" type="presParOf" srcId="{6279FDFF-A6A4-4BD7-9F54-1DD133CC775B}" destId="{0554244E-349D-4916-8A32-2E8B99B4B392}" srcOrd="1" destOrd="0" presId="urn:microsoft.com/office/officeart/2005/8/layout/vList2"/>
    <dgm:cxn modelId="{A8B1AFEF-D900-4CEA-BA05-BFBBBD8F5D4F}" type="presParOf" srcId="{6279FDFF-A6A4-4BD7-9F54-1DD133CC775B}" destId="{FFAEED8F-A643-4F3C-BA22-6393D27B176C}" srcOrd="2" destOrd="0" presId="urn:microsoft.com/office/officeart/2005/8/layout/vList2"/>
    <dgm:cxn modelId="{A7C3361C-3B2F-4F43-83EF-307DE52A9337}" type="presParOf" srcId="{6279FDFF-A6A4-4BD7-9F54-1DD133CC775B}" destId="{10FAC2C8-E0A1-4CB3-868C-8996B2445FBC}" srcOrd="3" destOrd="0" presId="urn:microsoft.com/office/officeart/2005/8/layout/vList2"/>
    <dgm:cxn modelId="{C1DA44E9-77C5-4097-905C-470B8CC0FAC4}" type="presParOf" srcId="{6279FDFF-A6A4-4BD7-9F54-1DD133CC775B}" destId="{2C3460DE-F256-411B-85BA-B981B3B32D6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3BBBD-88D4-416D-9C7F-58DBB914CBF3}">
      <dsp:nvSpPr>
        <dsp:cNvPr id="0" name=""/>
        <dsp:cNvSpPr/>
      </dsp:nvSpPr>
      <dsp:spPr>
        <a:xfrm>
          <a:off x="0" y="680"/>
          <a:ext cx="6243991" cy="1591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B4475-AE07-44D1-A8DC-F1FA0AD07053}">
      <dsp:nvSpPr>
        <dsp:cNvPr id="0" name=""/>
        <dsp:cNvSpPr/>
      </dsp:nvSpPr>
      <dsp:spPr>
        <a:xfrm>
          <a:off x="481381" y="358732"/>
          <a:ext cx="875239" cy="8752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81106-3884-4DEE-B308-825E7A707A10}">
      <dsp:nvSpPr>
        <dsp:cNvPr id="0" name=""/>
        <dsp:cNvSpPr/>
      </dsp:nvSpPr>
      <dsp:spPr>
        <a:xfrm>
          <a:off x="1838002" y="680"/>
          <a:ext cx="440598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Purpose: Explore trends in Google Play Store apps</a:t>
          </a:r>
        </a:p>
      </dsp:txBody>
      <dsp:txXfrm>
        <a:off x="1838002" y="680"/>
        <a:ext cx="4405989" cy="1591344"/>
      </dsp:txXfrm>
    </dsp:sp>
    <dsp:sp modelId="{ECE01759-7F56-44DA-94AA-861A8C3C3D75}">
      <dsp:nvSpPr>
        <dsp:cNvPr id="0" name=""/>
        <dsp:cNvSpPr/>
      </dsp:nvSpPr>
      <dsp:spPr>
        <a:xfrm>
          <a:off x="0" y="1989860"/>
          <a:ext cx="6243991" cy="1591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89133-671E-4137-A7E0-401C73577DCE}">
      <dsp:nvSpPr>
        <dsp:cNvPr id="0" name=""/>
        <dsp:cNvSpPr/>
      </dsp:nvSpPr>
      <dsp:spPr>
        <a:xfrm>
          <a:off x="481381" y="2347912"/>
          <a:ext cx="875239" cy="8752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5BCF9-A8AF-4F25-965D-9ADEE5CD5891}">
      <dsp:nvSpPr>
        <dsp:cNvPr id="0" name=""/>
        <dsp:cNvSpPr/>
      </dsp:nvSpPr>
      <dsp:spPr>
        <a:xfrm>
          <a:off x="1838002" y="1989860"/>
          <a:ext cx="440598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Tools: Tableau for visualization, Tableau Prep for data cleaning</a:t>
          </a:r>
        </a:p>
      </dsp:txBody>
      <dsp:txXfrm>
        <a:off x="1838002" y="1989860"/>
        <a:ext cx="4405989" cy="1591344"/>
      </dsp:txXfrm>
    </dsp:sp>
    <dsp:sp modelId="{515DEA11-917C-4EEC-9E0C-6401D76C6F46}">
      <dsp:nvSpPr>
        <dsp:cNvPr id="0" name=""/>
        <dsp:cNvSpPr/>
      </dsp:nvSpPr>
      <dsp:spPr>
        <a:xfrm>
          <a:off x="0" y="3979040"/>
          <a:ext cx="6243991" cy="1591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2CFF5-A4A6-4805-B853-EB56F1A3B257}">
      <dsp:nvSpPr>
        <dsp:cNvPr id="0" name=""/>
        <dsp:cNvSpPr/>
      </dsp:nvSpPr>
      <dsp:spPr>
        <a:xfrm>
          <a:off x="481381" y="4337093"/>
          <a:ext cx="875239" cy="8752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C08FE-CE05-42AE-B5DD-770971E6A02D}">
      <dsp:nvSpPr>
        <dsp:cNvPr id="0" name=""/>
        <dsp:cNvSpPr/>
      </dsp:nvSpPr>
      <dsp:spPr>
        <a:xfrm>
          <a:off x="1838002" y="3979040"/>
          <a:ext cx="440598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Dataset: 1,000,000+ rows, 13 columns with attributes like installs, category, rating, size, and price</a:t>
          </a:r>
        </a:p>
      </dsp:txBody>
      <dsp:txXfrm>
        <a:off x="1838002" y="3979040"/>
        <a:ext cx="4405989" cy="1591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A8E3E-4020-4AEC-9350-3E65B562CCDE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C89C72-3985-4067-BF4F-F0BB68CF2F00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Top Categories by Number of Apps (Bar Chart)</a:t>
          </a:r>
        </a:p>
      </dsp:txBody>
      <dsp:txXfrm>
        <a:off x="0" y="562"/>
        <a:ext cx="6046132" cy="920948"/>
      </dsp:txXfrm>
    </dsp:sp>
    <dsp:sp modelId="{E529888B-B4AB-4DDE-A70F-073C40767B6A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ADA6B7-36A2-4D1D-A06E-B4D1C47ABB2E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Installation Across Categories (Treemap)</a:t>
          </a:r>
        </a:p>
      </dsp:txBody>
      <dsp:txXfrm>
        <a:off x="0" y="921510"/>
        <a:ext cx="6046132" cy="920948"/>
      </dsp:txXfrm>
    </dsp:sp>
    <dsp:sp modelId="{F243CF3F-25EB-4BB4-9F03-4C877A3F3286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E7468F-C980-4D58-B729-C71F6D0BECAD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Distribution of Apps by Rating (Bar Chart)</a:t>
          </a:r>
        </a:p>
      </dsp:txBody>
      <dsp:txXfrm>
        <a:off x="0" y="1842458"/>
        <a:ext cx="6046132" cy="920948"/>
      </dsp:txXfrm>
    </dsp:sp>
    <dsp:sp modelId="{3321658A-529B-4E75-A351-3966DC66889F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2D9638-11A0-4D2A-A72D-BC8FBDAF9B85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Maximum Price in Each Category (Bar Chart)</a:t>
          </a:r>
        </a:p>
      </dsp:txBody>
      <dsp:txXfrm>
        <a:off x="0" y="2763407"/>
        <a:ext cx="6046132" cy="920948"/>
      </dsp:txXfrm>
    </dsp:sp>
    <dsp:sp modelId="{36EA6612-39C8-4735-B648-BC5526EAD25D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0D9651-2903-4CC3-9434-68ADAB9CAF74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Revenue by Category (Bubble Chart)</a:t>
          </a:r>
        </a:p>
      </dsp:txBody>
      <dsp:txXfrm>
        <a:off x="0" y="3684355"/>
        <a:ext cx="6046132" cy="920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A73216-7471-4804-9FE4-FFFA9BE45442}">
      <dsp:nvSpPr>
        <dsp:cNvPr id="0" name=""/>
        <dsp:cNvSpPr/>
      </dsp:nvSpPr>
      <dsp:spPr>
        <a:xfrm>
          <a:off x="0" y="46368"/>
          <a:ext cx="6046132" cy="14544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Diverse categories cater to a wide range of users.</a:t>
          </a:r>
        </a:p>
      </dsp:txBody>
      <dsp:txXfrm>
        <a:off x="71001" y="117369"/>
        <a:ext cx="5904130" cy="1312454"/>
      </dsp:txXfrm>
    </dsp:sp>
    <dsp:sp modelId="{FFAEED8F-A643-4F3C-BA22-6393D27B176C}">
      <dsp:nvSpPr>
        <dsp:cNvPr id="0" name=""/>
        <dsp:cNvSpPr/>
      </dsp:nvSpPr>
      <dsp:spPr>
        <a:xfrm>
          <a:off x="0" y="1575704"/>
          <a:ext cx="6046132" cy="1454456"/>
        </a:xfrm>
        <a:prstGeom prst="roundRect">
          <a:avLst/>
        </a:prstGeom>
        <a:gradFill rotWithShape="0">
          <a:gsLst>
            <a:gs pos="0">
              <a:schemeClr val="accent2">
                <a:hueOff val="-245438"/>
                <a:satOff val="19406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-245438"/>
                <a:satOff val="19406"/>
                <a:lumOff val="-392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Popularity and revenue generation vary by category.</a:t>
          </a:r>
        </a:p>
      </dsp:txBody>
      <dsp:txXfrm>
        <a:off x="71001" y="1646705"/>
        <a:ext cx="5904130" cy="1312454"/>
      </dsp:txXfrm>
    </dsp:sp>
    <dsp:sp modelId="{2C3460DE-F256-411B-85BA-B981B3B32D68}">
      <dsp:nvSpPr>
        <dsp:cNvPr id="0" name=""/>
        <dsp:cNvSpPr/>
      </dsp:nvSpPr>
      <dsp:spPr>
        <a:xfrm>
          <a:off x="0" y="3105041"/>
          <a:ext cx="6046132" cy="1454456"/>
        </a:xfrm>
        <a:prstGeom prst="roundRect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Dashboard provides actionable insights for developers and marketers.</a:t>
          </a:r>
        </a:p>
      </dsp:txBody>
      <dsp:txXfrm>
        <a:off x="71001" y="3176042"/>
        <a:ext cx="5904130" cy="1312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9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8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3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6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4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9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7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3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99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17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15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29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00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34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1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95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CB34-D678-1C59-98BB-631C812AD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DDEA2-103A-E4E3-9197-BE3966774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1F779-27DC-C2A7-E146-DFF7491B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32686-204D-9437-8D25-A288422E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7422F-E5AC-C51B-DC12-695DEA54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6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4E213E5-C9FF-4A43-90FF-34EBCA61E9C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FAACDC2-F3B9-4A0C-B050-06FC8750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59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AAB0C47-03D3-4EC5-9300-FE0F7101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EDCB0-0CF2-A9FE-CA30-9F2060527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2793" y="643467"/>
            <a:ext cx="7795740" cy="4280312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Google Play Store Apps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18260-2879-8EB3-4039-B5C0AED2F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2793" y="4932414"/>
            <a:ext cx="7795740" cy="95086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300"/>
              <a:t>Luthfi Nassir</a:t>
            </a:r>
          </a:p>
          <a:p>
            <a:pPr algn="l">
              <a:lnSpc>
                <a:spcPct val="90000"/>
              </a:lnSpc>
            </a:pPr>
            <a:r>
              <a:rPr lang="en-US" sz="1300"/>
              <a:t>12223424</a:t>
            </a:r>
          </a:p>
          <a:p>
            <a:pPr algn="l">
              <a:lnSpc>
                <a:spcPct val="90000"/>
              </a:lnSpc>
            </a:pPr>
            <a:r>
              <a:rPr lang="en-US" sz="1300"/>
              <a:t>Roll no. 33</a:t>
            </a:r>
          </a:p>
        </p:txBody>
      </p:sp>
      <p:sp useBgFill="1">
        <p:nvSpPr>
          <p:cNvPr id="14" name="Rounded Rectangle 9">
            <a:extLst>
              <a:ext uri="{FF2B5EF4-FFF2-40B4-BE49-F238E27FC236}">
                <a16:creationId xmlns:a16="http://schemas.microsoft.com/office/drawing/2014/main" id="{8EC4BECB-3915-428C-B97E-9B2A95053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91" y="0"/>
            <a:ext cx="3401878" cy="6857999"/>
          </a:xfrm>
          <a:prstGeom prst="roundRect">
            <a:avLst>
              <a:gd name="adj" fmla="val 0"/>
            </a:avLst>
          </a:prstGeom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FE8E50-044C-4BD7-A1B4-BC8AF7CDC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16469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08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41784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F5D8-DDC4-5DD0-A46D-CCAEBC8CB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321C3A64-476C-5681-5F01-EA78F2CC54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523579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742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C152-6D10-4819-BC7D-CC8F4A10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Graphs and Analysis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E73D91D-8562-87CD-158D-B32116F99E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5386013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982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92D1A-42DB-5CBD-13A0-CA8E3E58E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Top Categories by Number of Apps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FAB3D-7EB0-AD96-0C1B-82511A69C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</a:pPr>
            <a:endParaRPr lang="en-US" sz="700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Graph Type: Bar Chart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Insights: Categories like Education, and Business dominate the store, reflecting developer focus.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2A5651B9-A8BF-0945-2C5E-C46852AC5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626" y="1439443"/>
            <a:ext cx="5934182" cy="363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82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4397F-21CA-25B3-190D-E1BBE4AB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Installation Across Categories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D6FD8-B0F3-904C-67FD-C74FB2A3C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Graph Type: Treemap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Insights: Communication and Social categories have the highest installs, highlighting popular app types.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screenshot of a data visualization&#10;&#10;Description automatically generated">
            <a:extLst>
              <a:ext uri="{FF2B5EF4-FFF2-40B4-BE49-F238E27FC236}">
                <a16:creationId xmlns:a16="http://schemas.microsoft.com/office/drawing/2014/main" id="{967FD9C1-06FE-3AB3-1FAB-C3B5A537C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626" y="1291089"/>
            <a:ext cx="5934182" cy="39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84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69262-C405-6563-DAD1-11834DAB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Distribution of Apps by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E5FBE-12B0-0550-4685-E129EC655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Graph Type: Bar Chart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Insights: Most apps have ratings between 4.0 and 4.5, indicating high user satisfaction.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2EC5DAE8-C4C4-79AB-DC39-319940377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626" y="1432026"/>
            <a:ext cx="5934182" cy="364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81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D483C-0174-D6E6-05A6-4EF4F6F3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Maximum Price in Each Category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10866-351E-595D-6AC8-5F230D79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Graph Type: Bar Chart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Insights: Niche categories like Tools, Education etc. have the highest-priced apps.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C2B9668-4C18-37EC-BD41-D8359C861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6" b="3455"/>
          <a:stretch/>
        </p:blipFill>
        <p:spPr>
          <a:xfrm>
            <a:off x="5128626" y="1612974"/>
            <a:ext cx="5934182" cy="32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01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BAB5F-F36C-49F9-3AD2-6C62C6EA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Revenue by Category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862C6-161A-7979-0C89-7161C93C4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Graph Type: Bubble Chart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Insights: Categories such as Games and Productivity generate the most revenue, highlighting monetization success.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81644D67-15B7-4BEB-9F0D-F69F5C2E4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066" y="1115267"/>
            <a:ext cx="4853302" cy="428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67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69918-FC0B-CB41-7365-25D16ED9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813F-4250-68B9-5DA8-B5236B022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26949"/>
          </a:xfrm>
        </p:spPr>
        <p:txBody>
          <a:bodyPr/>
          <a:lstStyle/>
          <a:p>
            <a:pPr algn="ctr"/>
            <a:r>
              <a:rPr lang="en-US" dirty="0"/>
              <a:t>Dashboard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BC1A00-96CF-DF3E-AC23-A8ADA8991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256C8371-2D16-72EC-6586-66553653D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17417"/>
            <a:ext cx="10515600" cy="56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2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AA5D-CC5E-598E-6A52-1711F1BF5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96E9B7D-B4B6-0F20-BE27-36161F970C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851853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163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B8A1-F0EE-F10E-FAC4-CC0490702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4363271"/>
            <a:ext cx="8676222" cy="106680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F29C22-E9B8-197E-D1FB-DDCEAE5FB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16211"/>
            <a:ext cx="8676222" cy="722243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9" name="Graphic 8" descr="Handshake">
            <a:extLst>
              <a:ext uri="{FF2B5EF4-FFF2-40B4-BE49-F238E27FC236}">
                <a16:creationId xmlns:a16="http://schemas.microsoft.com/office/drawing/2014/main" id="{13302ABA-1CF7-4330-3547-CDA01B208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2320" y="640080"/>
            <a:ext cx="3602736" cy="360273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10451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13</TotalTime>
  <Words>268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Google Play Store Apps Analysis</vt:lpstr>
      <vt:lpstr>Introduction</vt:lpstr>
      <vt:lpstr>Graphs and Analysis Overview</vt:lpstr>
      <vt:lpstr>Top Categories by Number of Apps</vt:lpstr>
      <vt:lpstr>Installation Across Categories</vt:lpstr>
      <vt:lpstr>Distribution of Apps by Rating</vt:lpstr>
      <vt:lpstr>Maximum Price in Each Category</vt:lpstr>
      <vt:lpstr>Revenue by Category</vt:lpstr>
      <vt:lpstr>Dashboard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Luthfi Nassir</dc:creator>
  <cp:lastModifiedBy>Luthfi Nassir</cp:lastModifiedBy>
  <cp:revision>1</cp:revision>
  <dcterms:created xsi:type="dcterms:W3CDTF">2024-11-19T21:30:09Z</dcterms:created>
  <dcterms:modified xsi:type="dcterms:W3CDTF">2024-11-19T21:43:48Z</dcterms:modified>
</cp:coreProperties>
</file>